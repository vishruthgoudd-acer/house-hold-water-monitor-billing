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.vishruth Goud" userId="6396ba5277332bde" providerId="LiveId" clId="{1E9BC606-475D-44B9-9B22-9C7AB782A499}"/>
    <pc:docChg chg="custSel modSld">
      <pc:chgData name="D.vishruth Goud" userId="6396ba5277332bde" providerId="LiveId" clId="{1E9BC606-475D-44B9-9B22-9C7AB782A499}" dt="2026-09-30T15:17:46.649" v="61" actId="14100"/>
      <pc:docMkLst>
        <pc:docMk/>
      </pc:docMkLst>
      <pc:sldChg chg="modSp mod">
        <pc:chgData name="D.vishruth Goud" userId="6396ba5277332bde" providerId="LiveId" clId="{1E9BC606-475D-44B9-9B22-9C7AB782A499}" dt="2026-09-30T15:10:13.572" v="31" actId="20577"/>
        <pc:sldMkLst>
          <pc:docMk/>
          <pc:sldMk cId="0" sldId="256"/>
        </pc:sldMkLst>
        <pc:spChg chg="mod">
          <ac:chgData name="D.vishruth Goud" userId="6396ba5277332bde" providerId="LiveId" clId="{1E9BC606-475D-44B9-9B22-9C7AB782A499}" dt="2026-09-30T15:10:13.572" v="31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D.vishruth Goud" userId="6396ba5277332bde" providerId="LiveId" clId="{1E9BC606-475D-44B9-9B22-9C7AB782A499}" dt="2026-09-30T15:17:46.649" v="61" actId="14100"/>
        <pc:sldMkLst>
          <pc:docMk/>
          <pc:sldMk cId="0" sldId="264"/>
        </pc:sldMkLst>
        <pc:spChg chg="del">
          <ac:chgData name="D.vishruth Goud" userId="6396ba5277332bde" providerId="LiveId" clId="{1E9BC606-475D-44B9-9B22-9C7AB782A499}" dt="2026-09-30T15:14:18.297" v="43" actId="21"/>
          <ac:spMkLst>
            <pc:docMk/>
            <pc:sldMk cId="0" sldId="264"/>
            <ac:spMk id="5" creationId="{00000000-0000-0000-0000-000000000000}"/>
          </ac:spMkLst>
        </pc:spChg>
        <pc:spChg chg="del">
          <ac:chgData name="D.vishruth Goud" userId="6396ba5277332bde" providerId="LiveId" clId="{1E9BC606-475D-44B9-9B22-9C7AB782A499}" dt="2026-09-30T15:14:15.506" v="42" actId="21"/>
          <ac:spMkLst>
            <pc:docMk/>
            <pc:sldMk cId="0" sldId="264"/>
            <ac:spMk id="6" creationId="{00000000-0000-0000-0000-000000000000}"/>
          </ac:spMkLst>
        </pc:spChg>
        <pc:picChg chg="add del mod">
          <ac:chgData name="D.vishruth Goud" userId="6396ba5277332bde" providerId="LiveId" clId="{1E9BC606-475D-44B9-9B22-9C7AB782A499}" dt="2026-09-30T15:12:30.926" v="37" actId="21"/>
          <ac:picMkLst>
            <pc:docMk/>
            <pc:sldMk cId="0" sldId="264"/>
            <ac:picMk id="8" creationId="{80633C14-6514-8750-0DCC-811F9E4D1434}"/>
          </ac:picMkLst>
        </pc:picChg>
        <pc:picChg chg="add del mod">
          <ac:chgData name="D.vishruth Goud" userId="6396ba5277332bde" providerId="LiveId" clId="{1E9BC606-475D-44B9-9B22-9C7AB782A499}" dt="2026-09-30T15:14:33.947" v="46" actId="21"/>
          <ac:picMkLst>
            <pc:docMk/>
            <pc:sldMk cId="0" sldId="264"/>
            <ac:picMk id="10" creationId="{4DC5A1D6-ABEF-5D4C-1601-DDCE429A8F5F}"/>
          </ac:picMkLst>
        </pc:picChg>
        <pc:picChg chg="add mod">
          <ac:chgData name="D.vishruth Goud" userId="6396ba5277332bde" providerId="LiveId" clId="{1E9BC606-475D-44B9-9B22-9C7AB782A499}" dt="2026-09-30T15:16:56.938" v="51" actId="14100"/>
          <ac:picMkLst>
            <pc:docMk/>
            <pc:sldMk cId="0" sldId="264"/>
            <ac:picMk id="12" creationId="{3B6FEBFF-3976-2E77-8626-E3132D1DBF2C}"/>
          </ac:picMkLst>
        </pc:picChg>
        <pc:picChg chg="add mod">
          <ac:chgData name="D.vishruth Goud" userId="6396ba5277332bde" providerId="LiveId" clId="{1E9BC606-475D-44B9-9B22-9C7AB782A499}" dt="2026-09-30T15:17:24.290" v="56" actId="14100"/>
          <ac:picMkLst>
            <pc:docMk/>
            <pc:sldMk cId="0" sldId="264"/>
            <ac:picMk id="14" creationId="{65E4A27F-420B-2472-4B6B-8AAFC231CCB3}"/>
          </ac:picMkLst>
        </pc:picChg>
        <pc:picChg chg="add mod">
          <ac:chgData name="D.vishruth Goud" userId="6396ba5277332bde" providerId="LiveId" clId="{1E9BC606-475D-44B9-9B22-9C7AB782A499}" dt="2026-09-30T15:17:46.649" v="61" actId="14100"/>
          <ac:picMkLst>
            <pc:docMk/>
            <pc:sldMk cId="0" sldId="264"/>
            <ac:picMk id="16" creationId="{66B0E148-B8E3-0393-95B0-DC9BFC44F0F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4300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7FA"/>
                </a:solidFill>
              </a:defRPr>
            </a:pPr>
            <a:r>
              <a:t>Household Water Monitor</a:t>
            </a:r>
            <a:br/>
            <a:r>
              <a:t>Billing System</a:t>
            </a:r>
          </a:p>
          <a:p>
            <a:pPr>
              <a:defRPr sz="2400">
                <a:solidFill>
                  <a:srgbClr val="37B496"/>
                </a:solidFill>
              </a:defRPr>
            </a:pPr>
            <a:r>
              <a:t>Java Group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794760"/>
            <a:ext cx="3572709" cy="11746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B4BCC6"/>
                </a:solidFill>
              </a:defRPr>
            </a:pPr>
            <a:r>
              <a:rPr dirty="0"/>
              <a:t>Presented by: D. Vishruth Goud</a:t>
            </a:r>
          </a:p>
          <a:p>
            <a:pPr>
              <a:spcAft>
                <a:spcPts val="800"/>
              </a:spcAft>
              <a:defRPr sz="1900">
                <a:solidFill>
                  <a:srgbClr val="B4BCC6"/>
                </a:solidFill>
              </a:defRPr>
            </a:pPr>
            <a:r>
              <a:rPr dirty="0"/>
              <a:t>B. Pavan Kumar</a:t>
            </a:r>
          </a:p>
          <a:p>
            <a:pPr>
              <a:spcAft>
                <a:spcPts val="800"/>
              </a:spcAft>
              <a:defRPr sz="1900">
                <a:solidFill>
                  <a:srgbClr val="B4BCC6"/>
                </a:solidFill>
              </a:defRPr>
            </a:pPr>
            <a:r>
              <a:rPr dirty="0"/>
              <a:t>Faculty Guide: </a:t>
            </a:r>
            <a:r>
              <a:rPr lang="en-IN" dirty="0"/>
              <a:t> V. Gopi Krishna Sir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37B496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Household Water Monitor Billing System is a console-based Java program.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It reads household water-meter readings and calculates water consumption.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The system generates a slab-based water bill.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It also classifies usage as Normal, Moderate, or High.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The program validates meter readings before calculating the bill.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37B496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Manual water-bill calculation can lead to incorrect usage or billing values.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A household needs a simple way to calculate consumption from previous and current meter readings.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The system should apply different tariff rates to different usage slabs.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It should identify unusually high water consumption.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Invalid readings, where current reading is less than previous reading, must be rejected.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37B496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37B496"/>
                </a:solidFill>
              </a:rPr>
              <a:t>Input: </a:t>
            </a:r>
            <a:r>
              <a:rPr sz="2000">
                <a:solidFill>
                  <a:srgbClr val="F5F7FA"/>
                </a:solidFill>
              </a:rPr>
              <a:t>Collect household name, number of members, previous reading, and current reading.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7B496"/>
                </a:solidFill>
              </a:rPr>
              <a:t>Validation: </a:t>
            </a:r>
            <a:r>
              <a:rPr sz="2000">
                <a:solidFill>
                  <a:srgbClr val="F5F7FA"/>
                </a:solidFill>
              </a:rPr>
              <a:t>Reject readings where current &lt; previous.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7B496"/>
                </a:solidFill>
              </a:rPr>
              <a:t>Billing: </a:t>
            </a:r>
            <a:r>
              <a:rPr sz="2000">
                <a:solidFill>
                  <a:srgbClr val="F5F7FA"/>
                </a:solidFill>
              </a:rPr>
              <a:t>Calculate the bill using three progressive tariff slabs.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7B496"/>
                </a:solidFill>
              </a:rPr>
              <a:t>Monitoring: </a:t>
            </a:r>
            <a:r>
              <a:rPr sz="2000">
                <a:solidFill>
                  <a:srgbClr val="F5F7FA"/>
                </a:solidFill>
              </a:rPr>
              <a:t>Display Normal, Moderate, or High usage status.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7B496"/>
                </a:solidFill>
              </a:rPr>
              <a:t>Reporting: </a:t>
            </a:r>
            <a:r>
              <a:rPr sz="2000">
                <a:solidFill>
                  <a:srgbClr val="F5F7FA"/>
                </a:solidFill>
              </a:rPr>
              <a:t>Generate a clear water-usage report for the household.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4. 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37B496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Traditional/manual calculation of household water consumption.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Bill calculation may require separate manual steps for consumption and tariff slabs.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Usage monitoring is not automatically presented with the bill.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Manual input and calculation can increase the chance of arithmetic or reading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5.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37B496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A console-based Java application for household water billing.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Uses Scanner to collect meter and household information.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Calculates usage as current reading − previous reading.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Applies progressive three-slab billing.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Displays usage status and a complete water-usage report.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Stops with an invalid-reading message when the meter readings are inconsistent.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6.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37B496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Input Layer → Scanner collects household and meter details.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Validation Layer → Checks whether usage is non-negative.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Processing Layer → Calculates water consumption and applies slab billing.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Monitoring Layer → Determines Normal / Moderate / High usage status.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Output Layer → Prints the final water usage report.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794760"/>
            <a:ext cx="10835640" cy="2423160"/>
          </a:xfrm>
          <a:prstGeom prst="roundRect">
            <a:avLst/>
          </a:prstGeom>
          <a:solidFill>
            <a:srgbClr val="181D26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977640"/>
            <a:ext cx="10378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Input</a:t>
            </a:r>
            <a:br/>
            <a:r>
              <a:t>  ↓</a:t>
            </a:r>
            <a:br/>
            <a:r>
              <a:t>Read household + meter readings</a:t>
            </a:r>
            <a:br/>
            <a:r>
              <a:t>  ↓</a:t>
            </a:r>
            <a:br/>
            <a:r>
              <a:t>Usage = Current − Previous</a:t>
            </a:r>
            <a:br/>
            <a:r>
              <a:t>  ↓</a:t>
            </a:r>
            <a:br/>
            <a:r>
              <a:t>Valid?</a:t>
            </a:r>
            <a:br/>
            <a:r>
              <a:t>  ├─ No → "Invalid meter readings!"</a:t>
            </a:r>
            <a:br/>
            <a:r>
              <a:t>  └─ Yes</a:t>
            </a:r>
            <a:br/>
            <a:r>
              <a:t>       ↓</a:t>
            </a:r>
            <a:br/>
            <a:r>
              <a:t>  Progressive slab billing</a:t>
            </a:r>
            <a:br/>
            <a:r>
              <a:t>       ↓</a:t>
            </a:r>
            <a:br/>
            <a:r>
              <a:t>  Usage status</a:t>
            </a:r>
            <a:br/>
            <a:r>
              <a:t>       ↓</a:t>
            </a:r>
            <a:br/>
            <a:r>
              <a:t>  Water Usage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7. Functionalities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37B496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37B496"/>
                </a:solidFill>
              </a:rPr>
              <a:t>Household Input: </a:t>
            </a:r>
            <a:r>
              <a:rPr sz="2000">
                <a:solidFill>
                  <a:srgbClr val="F5F7FA"/>
                </a:solidFill>
              </a:rPr>
              <a:t>Name and number of members.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7B496"/>
                </a:solidFill>
              </a:rPr>
              <a:t>Meter Input: </a:t>
            </a:r>
            <a:r>
              <a:rPr sz="2000">
                <a:solidFill>
                  <a:srgbClr val="F5F7FA"/>
                </a:solidFill>
              </a:rPr>
              <a:t>Previous and current readings in litres.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7B496"/>
                </a:solidFill>
              </a:rPr>
              <a:t>Reading Validation: </a:t>
            </a:r>
            <a:r>
              <a:rPr sz="2000">
                <a:solidFill>
                  <a:srgbClr val="F5F7FA"/>
                </a:solidFill>
              </a:rPr>
              <a:t>Current reading must not be lower than previous reading.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7B496"/>
                </a:solidFill>
              </a:rPr>
              <a:t>Consumption Calculation: </a:t>
            </a:r>
            <a:r>
              <a:rPr sz="2000">
                <a:solidFill>
                  <a:srgbClr val="F5F7FA"/>
                </a:solidFill>
              </a:rPr>
              <a:t>Water used = current − previous.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7B496"/>
                </a:solidFill>
              </a:rPr>
              <a:t>Progressive Billing: </a:t>
            </a:r>
            <a:r>
              <a:rPr sz="2000">
                <a:solidFill>
                  <a:srgbClr val="F5F7FA"/>
                </a:solidFill>
              </a:rPr>
              <a:t>Each tariff rate applies only to litres within its slab.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7B496"/>
                </a:solidFill>
              </a:rPr>
              <a:t>Usage Monitoring: </a:t>
            </a:r>
            <a:r>
              <a:rPr sz="2000">
                <a:solidFill>
                  <a:srgbClr val="F5F7FA"/>
                </a:solidFill>
              </a:rPr>
              <a:t>Normal, Moderate, and High usage status.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7B496"/>
                </a:solidFill>
              </a:rPr>
              <a:t>Report Generation: </a:t>
            </a:r>
            <a:r>
              <a:rPr sz="2000">
                <a:solidFill>
                  <a:srgbClr val="F5F7FA"/>
                </a:solidFill>
              </a:rPr>
              <a:t>Displays all household, meter, usage, status, and bill details.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8. Implementation – Java Code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37B496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rPr dirty="0"/>
              <a:t>Implementation is a console-based Java program using Scanner and conditional/slab-based billing logic.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rPr dirty="0"/>
              <a:t>Use the project’s Java source screenshots in this section if available.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rPr dirty="0"/>
              <a:t>The following core logic is represented by the existing project flow: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6FEBFF-3976-2E77-8626-E3132D1DB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709643"/>
            <a:ext cx="4387442" cy="41483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E4A27F-420B-2472-4B6B-8AAFC231C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442" y="2709642"/>
            <a:ext cx="4236441" cy="41483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6B0E148-B8E3-0393-95B0-DC9BFC44F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559" y="2709643"/>
            <a:ext cx="4387440" cy="41483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9. Output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37B496"/>
                </a:solidFill>
              </a:defRPr>
            </a:pPr>
            <a: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10835640" cy="5120640"/>
          </a:xfrm>
          <a:prstGeom prst="roundRect">
            <a:avLst/>
          </a:prstGeom>
          <a:solidFill>
            <a:srgbClr val="181D26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78440" cy="4754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Enter household name: Sharma Family</a:t>
            </a:r>
            <a:br/>
            <a:r>
              <a:t>Enter number of members: 4</a:t>
            </a:r>
            <a:br/>
            <a:r>
              <a:t>Enter previous meter reading (litres): 12000</a:t>
            </a:r>
            <a:br/>
            <a:r>
              <a:t>Enter current meter reading (litres): 20500</a:t>
            </a:r>
            <a:br/>
            <a:br/>
            <a:r>
              <a:t>========== WATER USAGE REPORT ==========</a:t>
            </a:r>
            <a:br/>
            <a:r>
              <a:t>Household Name : Sharma Family</a:t>
            </a:r>
            <a:br/>
            <a:r>
              <a:t>Members        : 4</a:t>
            </a:r>
            <a:br/>
            <a:r>
              <a:t>Previous Meter : 12000.0 L</a:t>
            </a:r>
            <a:br/>
            <a:r>
              <a:t>Current Meter  : 20500.0 L</a:t>
            </a:r>
            <a:br/>
            <a:r>
              <a:t>Water Used     : 8500.0 L</a:t>
            </a:r>
            <a:br/>
            <a:r>
              <a:t>Usage Status   : Moderate Usage</a:t>
            </a:r>
            <a:br/>
            <a:r>
              <a:t>Water Bill     : ₹240.0</a:t>
            </a:r>
            <a:br/>
            <a:r>
              <a:t>=========================================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10.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37B496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Store records for many households.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Add per-member usage limits.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Develop a GUI version of the application.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Integrate the application with IoT smart-meter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37B496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The system provides simple and accurate slab-based water billing.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Input validation helps prevent incorrect bills caused by invalid meter readings.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Usage status helps identify higher household water consumption.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The project provides a foundation for future multi-household, GUI, and smart-meter features.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5F7FA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7B496"/>
                </a:solidFill>
              </a:defRPr>
            </a:pPr>
            <a:r>
              <a:t>Household Water Monitor Billing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754</Words>
  <Application>Microsoft Office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D.vishruth Goud</cp:lastModifiedBy>
  <cp:revision>1</cp:revision>
  <dcterms:created xsi:type="dcterms:W3CDTF">2013-01-27T09:14:16Z</dcterms:created>
  <dcterms:modified xsi:type="dcterms:W3CDTF">2026-09-30T15:17:59Z</dcterms:modified>
  <cp:category/>
</cp:coreProperties>
</file>